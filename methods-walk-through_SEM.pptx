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5" r:id="rId8"/>
    <p:sldId id="266" r:id="rId9"/>
    <p:sldId id="267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5"/>
  </p:normalViewPr>
  <p:slideViewPr>
    <p:cSldViewPr snapToGrid="0">
      <p:cViewPr varScale="1">
        <p:scale>
          <a:sx n="103" d="100"/>
          <a:sy n="103" d="100"/>
        </p:scale>
        <p:origin x="2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5B971-4DEB-CA43-814C-168B30792509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905CF6-4F0A-D34B-AB10-2A21C1ADC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67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05CF6-4F0A-D34B-AB10-2A21C1ADC1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71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05CF6-4F0A-D34B-AB10-2A21C1ADC1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39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905CF6-4F0A-D34B-AB10-2A21C1ADC1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0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9D28-A19C-4DB8-ABB3-D9C5F56B1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49153B-BBC7-4A2E-9B1F-065C1E8F1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7C4D3-390C-44EC-AA3E-AB9F57E17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85D5D-8C11-4595-BC9D-87516FDF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349E-EA42-4AC0-A43F-26DF8F15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33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80F0-69DB-4E9E-9D59-8CEFA7537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CC5AF-5BEF-402D-B9AC-DAC4397E0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BE204-F779-486A-BD3F-48690BECB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421C0-FE39-4BEB-9EDA-754FE049F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65A9E-51EF-4F4B-8802-73A87032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C376-74FA-4768-9869-916390DD2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132D3C-20A4-4EBA-AFA4-34C0C3B89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557D2-3F4E-4A7D-86B7-F89796A8C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34E43-FC56-41F9-BD3F-E80BC0DB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D5638-100A-4C01-9678-4D25E8D22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45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9556-77C9-40DD-9C53-3C3AB7E2E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75CDC-3805-46F3-A442-450AE130D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C0E8-A329-49F8-8347-22E4624A4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B5006-4B63-469B-9E22-C6B61F37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D36B3-6849-4F7E-A7B7-5A7F7E7EF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C5534C-EB6E-4255-819B-18ECDB0AC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21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FE51-8915-4861-AC39-E116150E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FCD3E-75A2-4038-A81D-62127F3D3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4F8C0-0606-45BE-AA75-4898749DB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E4EE2-0F5E-4DA5-8BCE-0DD00356F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06788-10E4-441F-9100-757759C08D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DE36D3-7BAF-40F0-A413-A2873D1F7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A249D9-4161-4F9E-8F32-AA4F746BF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1B7E68-3F56-4D76-9EEC-63833ED1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34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4E3E3-9129-4149-9FD6-6CB3DCED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65A72-F50D-44E1-B26E-B64C05CB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F23E63-7234-4366-B45C-F9595C02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EC9C3-AFCB-4354-9C67-7FBE007EC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44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D6C6E9-7908-47D5-8510-0724BC842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41284-FC8F-4D61-85FC-DCB47B201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AC0CD-AF24-4D06-97B0-062DB5BB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803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C87F7-8EA8-403A-BAB4-323FDEDF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1BF27-7E99-42A2-A0A8-3D50C30EB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3D539-4DFF-40CD-9D13-CA5A43B89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C8319-98FC-4FB0-9C00-056A4049D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6275F-DE00-44D0-A1D2-5C0E91BE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9956B-2F2F-44B0-88FE-895BB941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88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F356-0249-4623-8E63-F1C425F9C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ABB17-62C7-46FC-8411-7B0F38B04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9D925-5172-4CAB-B3D8-A6ABCB0C2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3DA85-217C-4D21-B8FB-6600FCC1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2D2C2-13FD-4060-AA44-F08E05AA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681483-5C78-46A6-BD73-01185FB83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34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F78D3-244C-4C71-B8F7-024C1290A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2A5D6-8B1F-43AB-8D2A-DCFC33BC9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12623-61FE-4636-A697-ED7999AB5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AE5597-3770-4C09-AAD8-797EF11A9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C1195-8D55-4551-958B-3811CFE7A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653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A72017-2D46-44B3-AA14-1C0FC72EA9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F3CC49-65BB-4A3B-A3A1-61EA24779F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8CA8C-E552-4294-A06E-92917B0E3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4133E-69A7-4ED9-AF5A-1CC2B3EA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85693-2700-443C-A0A0-A37E1317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7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A3CFB-A44A-4CF4-BFBA-05F6B7859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CAE57-7C68-42FE-9773-B6FC03E11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A4AFA-3060-4D6B-B06F-2A4C91DB5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50AB7A-5333-4C8D-A7AA-005F8AC88260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FCB20-8DF6-4D2D-9226-32856E191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5AB9F-0C3A-428A-B36C-11F198E70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25D7A-6D64-47AF-8168-4187E077B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19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562F-2C04-446C-9037-FC9047C28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849"/>
            <a:ext cx="9144000" cy="2387600"/>
          </a:xfrm>
        </p:spPr>
        <p:txBody>
          <a:bodyPr/>
          <a:lstStyle/>
          <a:p>
            <a:r>
              <a:rPr lang="en-US" dirty="0"/>
              <a:t>&lt;Name of Method&gt; in: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2EE79-0855-4468-A6CA-C0BC1431D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85609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&lt;full reference of the article&gt;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47CC67F-F39F-4F1D-BAB4-611D1D9AD395}"/>
              </a:ext>
            </a:extLst>
          </p:cNvPr>
          <p:cNvSpPr txBox="1">
            <a:spLocks/>
          </p:cNvSpPr>
          <p:nvPr/>
        </p:nvSpPr>
        <p:spPr>
          <a:xfrm>
            <a:off x="1524000" y="5595256"/>
            <a:ext cx="9144000" cy="8055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&lt;Your Name&gt;</a:t>
            </a:r>
          </a:p>
          <a:p>
            <a:r>
              <a:rPr lang="en-US" dirty="0"/>
              <a:t>EDEP 606</a:t>
            </a:r>
          </a:p>
        </p:txBody>
      </p:sp>
    </p:spTree>
    <p:extLst>
      <p:ext uri="{BB962C8B-B14F-4D97-AF65-F5344CB8AC3E}">
        <p14:creationId xmlns:p14="http://schemas.microsoft.com/office/powerpoint/2010/main" val="3087170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152CE-CE41-486B-A724-F7D171AE4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What did the study investigate? (1 SLIDE MAX)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EC4F9-F421-413A-B8D4-783311DD7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High-level overview</a:t>
            </a:r>
          </a:p>
        </p:txBody>
      </p:sp>
    </p:spTree>
    <p:extLst>
      <p:ext uri="{BB962C8B-B14F-4D97-AF65-F5344CB8AC3E}">
        <p14:creationId xmlns:p14="http://schemas.microsoft.com/office/powerpoint/2010/main" val="2912115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AFDB-6EE4-4160-8F6C-AF5CF34A3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Research Question(s)/Objective(s)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8778A-37C4-42F8-ADDE-4660F7033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&lt;copy and paste RQs from article&gt;</a:t>
            </a:r>
          </a:p>
          <a:p>
            <a:r>
              <a:rPr lang="en-US" dirty="0"/>
              <a:t>Discuss any hypotheses the authors claimed to have</a:t>
            </a:r>
          </a:p>
          <a:p>
            <a:r>
              <a:rPr lang="en-US" dirty="0"/>
              <a:t>Highlight which RQ/objective is answered by &lt;Name of Method&gt; OR describe the role &lt;method&gt; played in the paper.</a:t>
            </a:r>
          </a:p>
        </p:txBody>
      </p:sp>
    </p:spTree>
    <p:extLst>
      <p:ext uri="{BB962C8B-B14F-4D97-AF65-F5344CB8AC3E}">
        <p14:creationId xmlns:p14="http://schemas.microsoft.com/office/powerpoint/2010/main" val="902684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BA6C0-1BEA-4007-AF49-9A55C8F91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Background: Participants or Subjects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2D317-5D11-4DC7-A303-484DE2451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participants/subjects sampled and observed in the study</a:t>
            </a:r>
          </a:p>
          <a:p>
            <a:pPr lvl="1"/>
            <a:r>
              <a:rPr lang="en-US" dirty="0"/>
              <a:t>What are they? Students? Teachers? Classes? Schools?</a:t>
            </a:r>
          </a:p>
          <a:p>
            <a:pPr lvl="1"/>
            <a:r>
              <a:rPr lang="en-US" dirty="0"/>
              <a:t>How many were there? </a:t>
            </a:r>
          </a:p>
          <a:p>
            <a:pPr lvl="1"/>
            <a:r>
              <a:rPr lang="en-US" dirty="0"/>
              <a:t>How were they selected or recruited?</a:t>
            </a:r>
          </a:p>
          <a:p>
            <a:pPr lvl="1"/>
            <a:r>
              <a:rPr lang="en-US" dirty="0"/>
              <a:t>Include any details about the subjects you think is important</a:t>
            </a:r>
          </a:p>
        </p:txBody>
      </p:sp>
    </p:spTree>
    <p:extLst>
      <p:ext uri="{BB962C8B-B14F-4D97-AF65-F5344CB8AC3E}">
        <p14:creationId xmlns:p14="http://schemas.microsoft.com/office/powerpoint/2010/main" val="219229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4332-C2CC-488C-99BE-B3E1C6194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D671-1632-4943-A6B0-FE053AE0F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variables are included? Are they well-justified? Do you take issue with any? </a:t>
            </a:r>
          </a:p>
          <a:p>
            <a:r>
              <a:rPr lang="en-US" dirty="0"/>
              <a:t>Are any variables excluded that should be included, based on your knowledge of the field?</a:t>
            </a:r>
          </a:p>
        </p:txBody>
      </p:sp>
    </p:spTree>
    <p:extLst>
      <p:ext uri="{BB962C8B-B14F-4D97-AF65-F5344CB8AC3E}">
        <p14:creationId xmlns:p14="http://schemas.microsoft.com/office/powerpoint/2010/main" val="3079161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E652-6022-459A-93A2-6EE2B319A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Specification: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3E75-4B46-4DF5-B5D4-70E8CD9E1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the model the authors tested here</a:t>
            </a:r>
          </a:p>
        </p:txBody>
      </p:sp>
    </p:spTree>
    <p:extLst>
      <p:ext uri="{BB962C8B-B14F-4D97-AF65-F5344CB8AC3E}">
        <p14:creationId xmlns:p14="http://schemas.microsoft.com/office/powerpoint/2010/main" val="71239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A7EB1-A818-3616-1580-693874EC4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9B5B-6DE6-B86E-7D0E-B0E67865F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DB2A7-5978-3888-3B1C-2E8EF1D82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the authors say anything about identification? </a:t>
            </a:r>
          </a:p>
        </p:txBody>
      </p:sp>
    </p:spTree>
    <p:extLst>
      <p:ext uri="{BB962C8B-B14F-4D97-AF65-F5344CB8AC3E}">
        <p14:creationId xmlns:p14="http://schemas.microsoft.com/office/powerpoint/2010/main" val="1236417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E4445-187F-4DDA-243B-BC4E4A96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3FDC-BF8B-44E5-FE30-39873FF0C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Identification &amp;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CCB69-C077-4112-CCFB-4A6AAFC65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the authors say anything about identification? </a:t>
            </a:r>
          </a:p>
          <a:p>
            <a:r>
              <a:rPr lang="en-US" dirty="0"/>
              <a:t>How good is the model fit? </a:t>
            </a:r>
          </a:p>
        </p:txBody>
      </p:sp>
    </p:spTree>
    <p:extLst>
      <p:ext uri="{BB962C8B-B14F-4D97-AF65-F5344CB8AC3E}">
        <p14:creationId xmlns:p14="http://schemas.microsoft.com/office/powerpoint/2010/main" val="476575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10916-3836-DC41-B10B-BA60E042E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D27EB-F1BD-D3E0-E2BD-2CFCE5FD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&amp;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2A996-131B-4CEB-B0FF-DEBDBE804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there anything missing from the reporting?</a:t>
            </a:r>
          </a:p>
          <a:p>
            <a:r>
              <a:rPr lang="en-US" dirty="0"/>
              <a:t>How do the authors interpret the model? </a:t>
            </a:r>
          </a:p>
          <a:p>
            <a:r>
              <a:rPr lang="en-US" dirty="0"/>
              <a:t>Is there anything you disagree with in the interpretation? </a:t>
            </a:r>
          </a:p>
        </p:txBody>
      </p:sp>
    </p:spTree>
    <p:extLst>
      <p:ext uri="{BB962C8B-B14F-4D97-AF65-F5344CB8AC3E}">
        <p14:creationId xmlns:p14="http://schemas.microsoft.com/office/powerpoint/2010/main" val="4200299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E14D-798B-4652-9FE9-19AC674BC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and 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24EAA-0BBA-4C00-9AF8-6C3697097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 any questions you had that were not clear from your reading of the article</a:t>
            </a:r>
          </a:p>
          <a:p>
            <a:r>
              <a:rPr lang="en-US" dirty="0"/>
              <a:t>&lt;classmates can also ask questions and make comments at this time&gt;</a:t>
            </a:r>
          </a:p>
        </p:txBody>
      </p:sp>
    </p:spTree>
    <p:extLst>
      <p:ext uri="{BB962C8B-B14F-4D97-AF65-F5344CB8AC3E}">
        <p14:creationId xmlns:p14="http://schemas.microsoft.com/office/powerpoint/2010/main" val="2843107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2977</TotalTime>
  <Words>279</Words>
  <Application>Microsoft Macintosh PowerPoint</Application>
  <PresentationFormat>Widescreen</PresentationFormat>
  <Paragraphs>39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Theme</vt:lpstr>
      <vt:lpstr>&lt;Name of Method&gt; in:</vt:lpstr>
      <vt:lpstr>Background: What did the study investigate? (1 SLIDE MAX)</vt:lpstr>
      <vt:lpstr>Background: Research Question(s)/Objective(s) </vt:lpstr>
      <vt:lpstr>Background: Participants or Subjects</vt:lpstr>
      <vt:lpstr>Specification:</vt:lpstr>
      <vt:lpstr>Specification: The model</vt:lpstr>
      <vt:lpstr>Identification</vt:lpstr>
      <vt:lpstr>Identification &amp; Fit</vt:lpstr>
      <vt:lpstr>Reporting &amp; Interpretation</vt:lpstr>
      <vt:lpstr>Questions and Comments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&lt;Name of Method&gt; in:</dc:title>
  <dc:creator>Dan Isbell</dc:creator>
  <cp:lastModifiedBy>Susanne Devore</cp:lastModifiedBy>
  <cp:revision>6</cp:revision>
  <dcterms:created xsi:type="dcterms:W3CDTF">2021-09-06T20:54:09Z</dcterms:created>
  <dcterms:modified xsi:type="dcterms:W3CDTF">2026-08-31T03:10:53Z</dcterms:modified>
</cp:coreProperties>
</file>