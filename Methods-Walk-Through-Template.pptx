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9D28-A19C-4DB8-ABB3-D9C5F56B1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9153B-BBC7-4A2E-9B1F-065C1E8F1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C4D3-390C-44EC-AA3E-AB9F57E1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5D5D-8C11-4595-BC9D-87516FDF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349E-EA42-4AC0-A43F-26DF8F1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3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80F0-69DB-4E9E-9D59-8CEFA753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CC5AF-5BEF-402D-B9AC-DAC4397E0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BE204-F779-486A-BD3F-48690BEC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421C0-FE39-4BEB-9EDA-754FE049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65A9E-51EF-4F4B-8802-73A87032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C376-74FA-4768-9869-916390DD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32D3C-20A4-4EBA-AFA4-34C0C3B89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57D2-3F4E-4A7D-86B7-F89796A8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34E43-FC56-41F9-BD3F-E80BC0DB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D5638-100A-4C01-9678-4D25E8D2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5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9556-77C9-40DD-9C53-3C3AB7E2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75CDC-3805-46F3-A442-450AE130D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C0E8-A329-49F8-8347-22E4624A4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B5006-4B63-469B-9E22-C6B61F37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D36B3-6849-4F7E-A7B7-5A7F7E7E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5534C-EB6E-4255-819B-18ECDB0A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2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FE51-8915-4861-AC39-E116150E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FCD3E-75A2-4038-A81D-62127F3D3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4F8C0-0606-45BE-AA75-4898749DB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E4EE2-0F5E-4DA5-8BCE-0DD00356F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06788-10E4-441F-9100-757759C08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E36D3-7BAF-40F0-A413-A2873D1F7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249D9-4161-4F9E-8F32-AA4F746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B7E68-3F56-4D76-9EEC-63833ED1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34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E3E3-9129-4149-9FD6-6CB3DCED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65A72-F50D-44E1-B26E-B64C05CB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23E63-7234-4366-B45C-F9595C02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EC9C3-AFCB-4354-9C67-7FBE007E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4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6C6E9-7908-47D5-8510-0724BC84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41284-FC8F-4D61-85FC-DCB47B201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AC0CD-AF24-4D06-97B0-062DB5BB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0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C87F7-8EA8-403A-BAB4-323FDEDF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BF27-7E99-42A2-A0A8-3D50C30EB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3D539-4DFF-40CD-9D13-CA5A43B89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C8319-98FC-4FB0-9C00-056A4049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6275F-DE00-44D0-A1D2-5C0E91BE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9956B-2F2F-44B0-88FE-895BB941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8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F356-0249-4623-8E63-F1C425F9C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ABB17-62C7-46FC-8411-7B0F38B04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9D925-5172-4CAB-B3D8-A6ABCB0C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3DA85-217C-4D21-B8FB-6600FCC1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2D2C2-13FD-4060-AA44-F08E05AA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81483-5C78-46A6-BD73-01185FB8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4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78D3-244C-4C71-B8F7-024C1290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2A5D6-8B1F-43AB-8D2A-DCFC33BC9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12623-61FE-4636-A697-ED7999AB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E5597-3770-4C09-AAD8-797EF11A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C1195-8D55-4551-958B-3811CFE7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5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72017-2D46-44B3-AA14-1C0FC72EA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3CC49-65BB-4A3B-A3A1-61EA24779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8CA8C-E552-4294-A06E-92917B0E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4133E-69A7-4ED9-AF5A-1CC2B3EA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85693-2700-443C-A0A0-A37E1317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A3CFB-A44A-4CF4-BFBA-05F6B785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CAE57-7C68-42FE-9773-B6FC03E11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A4AFA-3060-4D6B-B06F-2A4C91DB5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0AB7A-5333-4C8D-A7AA-005F8AC88260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FCB20-8DF6-4D2D-9226-32856E191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AB9F-0C3A-428A-B36C-11F198E70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1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562F-2C04-446C-9037-FC9047C28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849"/>
            <a:ext cx="9144000" cy="2387600"/>
          </a:xfrm>
        </p:spPr>
        <p:txBody>
          <a:bodyPr/>
          <a:lstStyle/>
          <a:p>
            <a:r>
              <a:rPr lang="en-US" dirty="0"/>
              <a:t>&lt;Name of Method&gt; in: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2EE79-0855-4468-A6CA-C0BC1431D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85609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&lt;full reference of the article&gt;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47CC67F-F39F-4F1D-BAB4-611D1D9AD395}"/>
              </a:ext>
            </a:extLst>
          </p:cNvPr>
          <p:cNvSpPr txBox="1">
            <a:spLocks/>
          </p:cNvSpPr>
          <p:nvPr/>
        </p:nvSpPr>
        <p:spPr>
          <a:xfrm>
            <a:off x="1524000" y="5595256"/>
            <a:ext cx="9144000" cy="8055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&lt;Your Name&gt;</a:t>
            </a:r>
          </a:p>
          <a:p>
            <a:r>
              <a:rPr lang="en-US" dirty="0"/>
              <a:t>EDEP 625</a:t>
            </a:r>
          </a:p>
        </p:txBody>
      </p:sp>
    </p:spTree>
    <p:extLst>
      <p:ext uri="{BB962C8B-B14F-4D97-AF65-F5344CB8AC3E}">
        <p14:creationId xmlns:p14="http://schemas.microsoft.com/office/powerpoint/2010/main" val="308717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52CE-CE41-486B-A724-F7D171AE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the study investigate? (1 SLIDE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C4F9-F421-413A-B8D4-783311DD7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this very brief</a:t>
            </a:r>
          </a:p>
          <a:p>
            <a:r>
              <a:rPr lang="en-US" dirty="0"/>
              <a:t>You only need to introduce the topic at a basic level</a:t>
            </a:r>
          </a:p>
        </p:txBody>
      </p:sp>
    </p:spTree>
    <p:extLst>
      <p:ext uri="{BB962C8B-B14F-4D97-AF65-F5344CB8AC3E}">
        <p14:creationId xmlns:p14="http://schemas.microsoft.com/office/powerpoint/2010/main" val="291211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A6C0-1BEA-4007-AF49-9A55C8F9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Participants or Subjects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2D317-5D11-4DC7-A303-484DE245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participants/subjects sampled and observed in the study</a:t>
            </a:r>
          </a:p>
          <a:p>
            <a:pPr lvl="1"/>
            <a:r>
              <a:rPr lang="en-US" dirty="0"/>
              <a:t>What are they? Learners? Teachers? Classes? Texts?</a:t>
            </a:r>
          </a:p>
          <a:p>
            <a:pPr lvl="1"/>
            <a:r>
              <a:rPr lang="en-US" dirty="0"/>
              <a:t>How many were there? </a:t>
            </a:r>
          </a:p>
          <a:p>
            <a:pPr lvl="1"/>
            <a:r>
              <a:rPr lang="en-US" dirty="0"/>
              <a:t>How were they selected or recruited?</a:t>
            </a:r>
          </a:p>
          <a:p>
            <a:pPr lvl="1"/>
            <a:r>
              <a:rPr lang="en-US" dirty="0"/>
              <a:t>Include any details about the subjects you think is important</a:t>
            </a:r>
          </a:p>
        </p:txBody>
      </p:sp>
    </p:spTree>
    <p:extLst>
      <p:ext uri="{BB962C8B-B14F-4D97-AF65-F5344CB8AC3E}">
        <p14:creationId xmlns:p14="http://schemas.microsoft.com/office/powerpoint/2010/main" val="21922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4332-C2CC-488C-99BE-B3E1C619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D671-1632-4943-A6B0-FE053AE0F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all of the variables used to answer the RQs/objectives</a:t>
            </a:r>
          </a:p>
          <a:p>
            <a:pPr lvl="1"/>
            <a:r>
              <a:rPr lang="en-US" dirty="0"/>
              <a:t>You don’t have to list every demographic variable that is only used to describe the sample, etc.</a:t>
            </a:r>
          </a:p>
          <a:p>
            <a:r>
              <a:rPr lang="en-US" dirty="0"/>
              <a:t>Note the </a:t>
            </a:r>
            <a:r>
              <a:rPr lang="en-US" b="1" dirty="0"/>
              <a:t>level of measurement</a:t>
            </a:r>
            <a:r>
              <a:rPr lang="en-US" dirty="0"/>
              <a:t> for each variable (nominal, ordinal, continuous)</a:t>
            </a:r>
          </a:p>
          <a:p>
            <a:r>
              <a:rPr lang="en-US" dirty="0"/>
              <a:t>Describe how each variable was measured (e.g., a survey, a test, a reaction time measurement)</a:t>
            </a:r>
          </a:p>
          <a:p>
            <a:r>
              <a:rPr lang="en-US" dirty="0"/>
              <a:t>(can use multiple slides if needed)</a:t>
            </a:r>
          </a:p>
        </p:txBody>
      </p:sp>
    </p:spTree>
    <p:extLst>
      <p:ext uri="{BB962C8B-B14F-4D97-AF65-F5344CB8AC3E}">
        <p14:creationId xmlns:p14="http://schemas.microsoft.com/office/powerpoint/2010/main" val="3079161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AFDB-6EE4-4160-8F6C-AF5CF34A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Question(s)/Objective(s)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778A-37C4-42F8-ADDE-4660F7033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&lt;copy and paste RQs or objective from article; may paraphrase if these are long&gt;</a:t>
            </a:r>
          </a:p>
          <a:p>
            <a:r>
              <a:rPr lang="en-US" dirty="0"/>
              <a:t>&lt;clear screenshots are fine, too&gt;</a:t>
            </a:r>
          </a:p>
          <a:p>
            <a:r>
              <a:rPr lang="en-US" dirty="0"/>
              <a:t>Discuss any hypotheses the authors claimed to have</a:t>
            </a:r>
          </a:p>
          <a:p>
            <a:r>
              <a:rPr lang="en-US" dirty="0"/>
              <a:t>Highlight which RQ/objective is answered by &lt;Name of Method&gt;</a:t>
            </a:r>
          </a:p>
        </p:txBody>
      </p:sp>
    </p:spTree>
    <p:extLst>
      <p:ext uri="{BB962C8B-B14F-4D97-AF65-F5344CB8AC3E}">
        <p14:creationId xmlns:p14="http://schemas.microsoft.com/office/powerpoint/2010/main" val="90268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E652-6022-459A-93A2-6EE2B319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C3E75-4B46-4DF5-B5D4-70E8CD9E10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&lt;Name of Method&gt; being used in the article, try to express the statistical model as an (a) equation(s), (b) concise verbal statement(s), or (c) some combination of the two</a:t>
                </a:r>
              </a:p>
              <a:p>
                <a:pPr lvl="1"/>
                <a:r>
                  <a:rPr lang="en-US" dirty="0"/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𝐴𝑐𝑐𝑢𝑟𝑎𝑐𝑦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𝑀𝑎𝑛𝑑𝑎𝑟𝑖𝑛</m:t>
                        </m:r>
                      </m:sub>
                    </m:sSub>
                  </m:oMath>
                </a14:m>
                <a:r>
                  <a:rPr lang="en-US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𝐴𝑐𝑐𝑢𝑟𝑎𝑐𝑦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𝐸𝑛𝑔𝑙𝑖𝑠h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You can also try creating a diagram, if you like</a:t>
                </a:r>
              </a:p>
              <a:p>
                <a:r>
                  <a:rPr lang="en-US" dirty="0"/>
                  <a:t>Don’t talk about the actual results yet – you are just laying out conceptually what the model is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C3E75-4B46-4DF5-B5D4-70E8CD9E10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39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93700-2566-4B76-9420-9700CFA5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D6F39-8086-4BF7-A53D-029D1C54E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the results of the statistical analysis (screenshots okay)</a:t>
            </a:r>
          </a:p>
          <a:p>
            <a:r>
              <a:rPr lang="en-US" dirty="0"/>
              <a:t>How do you interpret the results? Think in terms of the model</a:t>
            </a:r>
          </a:p>
        </p:txBody>
      </p:sp>
    </p:spTree>
    <p:extLst>
      <p:ext uri="{BB962C8B-B14F-4D97-AF65-F5344CB8AC3E}">
        <p14:creationId xmlns:p14="http://schemas.microsoft.com/office/powerpoint/2010/main" val="410942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95C5-FE35-4DAC-BC97-AAA9455B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A7FFF-56B0-4B1D-A992-BD1A1F7B5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the authors discuss any assumptions for the statistical test?</a:t>
            </a:r>
          </a:p>
          <a:p>
            <a:pPr lvl="1"/>
            <a:r>
              <a:rPr lang="en-US" dirty="0"/>
              <a:t>If so, what information did they provide?</a:t>
            </a:r>
          </a:p>
          <a:p>
            <a:pPr lvl="1"/>
            <a:r>
              <a:rPr lang="en-US" dirty="0"/>
              <a:t>If not, what *should* they have included?</a:t>
            </a:r>
          </a:p>
        </p:txBody>
      </p:sp>
    </p:spTree>
    <p:extLst>
      <p:ext uri="{BB962C8B-B14F-4D97-AF65-F5344CB8AC3E}">
        <p14:creationId xmlns:p14="http://schemas.microsoft.com/office/powerpoint/2010/main" val="312996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40F6-99B9-708A-947E-B335F298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FDDD4-29AE-4348-6080-FBA16F88C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considerations for quantitative research design that we developed in W3. Does the paper align? Are there things we need to add based </a:t>
            </a:r>
            <a:r>
              <a:rPr lang="en-US"/>
              <a:t>on this paper?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99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E14D-798B-4652-9FE9-19AC674B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24EAA-0BBA-4C00-9AF8-6C3697097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any questions you had that were not clear from your reading of the article</a:t>
            </a:r>
          </a:p>
          <a:p>
            <a:r>
              <a:rPr lang="en-US" dirty="0"/>
              <a:t>&lt;classmates can also ask questions and make comments at this time&gt;</a:t>
            </a:r>
          </a:p>
        </p:txBody>
      </p:sp>
    </p:spTree>
    <p:extLst>
      <p:ext uri="{BB962C8B-B14F-4D97-AF65-F5344CB8AC3E}">
        <p14:creationId xmlns:p14="http://schemas.microsoft.com/office/powerpoint/2010/main" val="2843107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431</Words>
  <Application>Microsoft Macintosh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&lt;Name of Method&gt; in:</vt:lpstr>
      <vt:lpstr>What did the study investigate? (1 SLIDE MAX)</vt:lpstr>
      <vt:lpstr>Participants or Subjects</vt:lpstr>
      <vt:lpstr>Variables</vt:lpstr>
      <vt:lpstr>Research Question(s)/Objective(s) </vt:lpstr>
      <vt:lpstr>Statistical Model</vt:lpstr>
      <vt:lpstr>Statistical Reporting</vt:lpstr>
      <vt:lpstr>Statistical Assumptions</vt:lpstr>
      <vt:lpstr>Brief Review</vt:lpstr>
      <vt:lpstr>Questions and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&lt;Name of Method&gt; in:</dc:title>
  <dc:creator>Dan Isbell</dc:creator>
  <cp:lastModifiedBy>Susanne Devore</cp:lastModifiedBy>
  <cp:revision>6</cp:revision>
  <dcterms:created xsi:type="dcterms:W3CDTF">2021-09-06T20:54:09Z</dcterms:created>
  <dcterms:modified xsi:type="dcterms:W3CDTF">2026-08-19T03:02:31Z</dcterms:modified>
</cp:coreProperties>
</file>